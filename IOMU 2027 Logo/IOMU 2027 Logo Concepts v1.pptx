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4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4E9D7"/>
                </a:solidFill>
                <a:latin typeface="Georgia"/>
              </a:rPr>
              <a:t>IOMU 2027 Logo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01168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69C54"/>
                </a:solidFill>
                <a:latin typeface="Calibri"/>
              </a:rPr>
              <a:t>19th Indonesian Occupational Medicine Updates · Solo · PERDOKI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9D7"/>
                </a:solidFill>
                <a:latin typeface="Calibri"/>
              </a:rPr>
              <a:t>Three candidates for voting · Palette: Emerald Green &amp; Gold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1 · Healthy 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1_ribbon-figur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Figure: </a:t>
            </a:r>
            <a:r>
              <a:rPr sz="1200">
                <a:solidFill>
                  <a:srgbClr val="2B2B2B"/>
                </a:solidFill>
                <a:latin typeface="Calibri"/>
              </a:rPr>
              <a:t>An abstract worker with arms raised: a healthy, thriving workforce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Hard-hat head: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the worker as the centre of the specialty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Rod of Asclepius: </a:t>
            </a:r>
            <a:r>
              <a:rPr sz="1200">
                <a:solidFill>
                  <a:srgbClr val="2B2B2B"/>
                </a:solidFill>
                <a:latin typeface="Calibri"/>
              </a:rPr>
              <a:t>Medicine, forming the figure's backbone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Parang ribbon: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parang stands for strength and unbroken continuity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Kawung in the O: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order and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2 · Kawung Cross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2_kawung-cros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Four kawung petals: </a:t>
            </a:r>
            <a:r>
              <a:rPr sz="1200">
                <a:solidFill>
                  <a:srgbClr val="2B2B2B"/>
                </a:solidFill>
                <a:latin typeface="Calibri"/>
              </a:rPr>
              <a:t>Arranged as a medical cross: health built on Javanese heritage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engraving: </a:t>
            </a:r>
            <a:r>
              <a:rPr sz="1200">
                <a:solidFill>
                  <a:srgbClr val="2B2B2B"/>
                </a:solidFill>
                <a:latin typeface="Calibri"/>
              </a:rPr>
              <a:t>Parang pattern inside each petal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medicine at the centre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Crest above the M: </a:t>
            </a:r>
            <a:r>
              <a:rPr sz="1200">
                <a:solidFill>
                  <a:srgbClr val="2B2B2B"/>
                </a:solidFill>
                <a:latin typeface="Calibri"/>
              </a:rPr>
              <a:t>Ornament inspired by the carved crest of Keraton Surakarta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Sans-serif wordmark: </a:t>
            </a:r>
            <a:r>
              <a:rPr sz="1200">
                <a:solidFill>
                  <a:srgbClr val="2B2B2B"/>
                </a:solidFill>
                <a:latin typeface="Calibri"/>
              </a:rPr>
              <a:t>Modern, strong, highly legible at small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3 · Gunungan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3_gununga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Gunungan: </a:t>
            </a:r>
            <a:r>
              <a:rPr sz="1200">
                <a:solidFill>
                  <a:srgbClr val="2B2B2B"/>
                </a:solidFill>
                <a:latin typeface="Calibri"/>
              </a:rPr>
              <a:t>Wayang kulit tree of life; Solo is a centre of wayang tradition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medicine inside the gunungan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bands: </a:t>
            </a:r>
            <a:r>
              <a:rPr sz="1200">
                <a:solidFill>
                  <a:srgbClr val="2B2B2B"/>
                </a:solidFill>
                <a:latin typeface="Calibri"/>
              </a:rPr>
              <a:t>Semen rante and parang engraving with gold scrollwork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Kawung in the O: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order and integrity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Serif wordmark: </a:t>
            </a:r>
            <a:r>
              <a:rPr sz="1200">
                <a:solidFill>
                  <a:srgbClr val="2B2B2B"/>
                </a:solidFill>
                <a:latin typeface="Calibri"/>
              </a:rPr>
              <a:t>Classic, formal, matches a scientific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Vote: which logo for IOMU 2027?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1_ribbon-figur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36576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1 · Healthy Worker</a:t>
            </a:r>
          </a:p>
        </p:txBody>
      </p:sp>
      <p:pic>
        <p:nvPicPr>
          <p:cNvPr id="6" name="Picture 5" descr="iomu2027_chatgpt_c2_kawung-cros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377440"/>
            <a:ext cx="36576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1688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2 · Kawung Cross</a:t>
            </a:r>
          </a:p>
        </p:txBody>
      </p:sp>
      <p:pic>
        <p:nvPicPr>
          <p:cNvPr id="8" name="Picture 7" descr="iomu2027_chatgpt_c3_gunungan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377440"/>
            <a:ext cx="3657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4736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3 · Gunungan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